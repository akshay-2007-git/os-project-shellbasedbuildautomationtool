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Tomorrow" panose="020B0604020202020204" charset="0"/>
      <p:regular r:id="rId8"/>
    </p:embeddedFont>
    <p:embeddedFont>
      <p:font typeface="Tomorrow Bold" panose="020B0604020202020204" charset="0"/>
      <p:regular r:id="rId9"/>
    </p:embeddedFont>
    <p:embeddedFont>
      <p:font typeface="Tomorrow Semi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88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C3C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0358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Shell Based Build Automation Tool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849239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Operating System and System Programming</a:t>
            </a: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· KLH University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240558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3C3C3A"/>
          </a:solidFill>
          <a:ln/>
        </p:spPr>
      </p:sp>
      <p:sp>
        <p:nvSpPr>
          <p:cNvPr id="7" name="Text 4"/>
          <p:cNvSpPr/>
          <p:nvPr/>
        </p:nvSpPr>
        <p:spPr>
          <a:xfrm>
            <a:off x="822106" y="2401193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Balaji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106" y="2734072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2510080046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3268960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3C3C3A"/>
          </a:solidFill>
          <a:ln/>
        </p:spPr>
      </p:sp>
      <p:sp>
        <p:nvSpPr>
          <p:cNvPr id="10" name="Text 7"/>
          <p:cNvSpPr/>
          <p:nvPr/>
        </p:nvSpPr>
        <p:spPr>
          <a:xfrm>
            <a:off x="822106" y="3429595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Manoj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106" y="3762474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2510080052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4297363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3C3C3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106" y="4457998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Sai Charan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2106" y="4790877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2510080053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1475" y="5325765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3C3C3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106" y="5486400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Akshay Chandra Abburi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2106" y="5819279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2510080055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1757362"/>
            <a:ext cx="3343191" cy="33432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25165" y="1267420"/>
            <a:ext cx="1285744" cy="272752"/>
          </a:xfrm>
          <a:prstGeom prst="roundRect">
            <a:avLst>
              <a:gd name="adj" fmla="val 7900"/>
            </a:avLst>
          </a:prstGeom>
          <a:solidFill>
            <a:srgbClr val="272725"/>
          </a:solidFill>
          <a:ln/>
        </p:spPr>
      </p:sp>
      <p:sp>
        <p:nvSpPr>
          <p:cNvPr id="4" name="Text 1"/>
          <p:cNvSpPr/>
          <p:nvPr/>
        </p:nvSpPr>
        <p:spPr>
          <a:xfrm>
            <a:off x="4732814" y="1321197"/>
            <a:ext cx="168002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625165" y="1608336"/>
            <a:ext cx="6911306" cy="64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is Build Automation?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4625165" y="2340074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process of compiling source code into executable programs — eliminating manual compilation and linking steps.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25165" y="3070820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41E3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Why It Matters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25165" y="3521869"/>
            <a:ext cx="6911306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Reduces human error and inconsistencies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Saves development time significantly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Enables faster software delivery cycles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25165" y="4651970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41E3A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Shell Scripting Role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625165" y="5103019"/>
            <a:ext cx="6911306" cy="61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Orchestrates compilation, linking, and testing tasks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Lightweight and platform-independent solution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9A3E3-C8E9-5B2A-A185-3B7C9F3A6C66}"/>
              </a:ext>
            </a:extLst>
          </p:cNvPr>
          <p:cNvSpPr txBox="1"/>
          <p:nvPr/>
        </p:nvSpPr>
        <p:spPr>
          <a:xfrm>
            <a:off x="4609216" y="726166"/>
            <a:ext cx="495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 PROBLEM STATEMENT                                        </a:t>
            </a:r>
            <a:endParaRPr lang="en-IN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684"/>
            <a:ext cx="1363232" cy="190599"/>
          </a:xfrm>
          <a:prstGeom prst="roundRect">
            <a:avLst>
              <a:gd name="adj" fmla="val 7903"/>
            </a:avLst>
          </a:prstGeom>
          <a:solidFill>
            <a:srgbClr val="272725"/>
          </a:solidFill>
          <a:ln/>
        </p:spPr>
      </p:sp>
      <p:sp>
        <p:nvSpPr>
          <p:cNvPr id="3" name="Text 1"/>
          <p:cNvSpPr/>
          <p:nvPr/>
        </p:nvSpPr>
        <p:spPr>
          <a:xfrm>
            <a:off x="736780" y="560288"/>
            <a:ext cx="1822206" cy="115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OBJECTIVES &amp; 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46621"/>
            <a:ext cx="10868745" cy="392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How the Build Tool Works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661475" y="1263848"/>
            <a:ext cx="3567321" cy="664170"/>
          </a:xfrm>
          <a:prstGeom prst="roundRect">
            <a:avLst>
              <a:gd name="adj" fmla="val 2835"/>
            </a:avLst>
          </a:prstGeom>
          <a:solidFill>
            <a:srgbClr val="3C3C3A"/>
          </a:solidFill>
          <a:ln/>
        </p:spPr>
      </p:sp>
      <p:sp>
        <p:nvSpPr>
          <p:cNvPr id="6" name="Text 4"/>
          <p:cNvSpPr/>
          <p:nvPr/>
        </p:nvSpPr>
        <p:spPr>
          <a:xfrm>
            <a:off x="786983" y="1389360"/>
            <a:ext cx="3316304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Automate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983" y="1635423"/>
            <a:ext cx="3316304" cy="167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Eliminate repetitive manual build steps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12137" y="1263848"/>
            <a:ext cx="3567321" cy="664170"/>
          </a:xfrm>
          <a:prstGeom prst="roundRect">
            <a:avLst>
              <a:gd name="adj" fmla="val 2835"/>
            </a:avLst>
          </a:prstGeom>
          <a:solidFill>
            <a:srgbClr val="3C3C3A"/>
          </a:solidFill>
          <a:ln/>
        </p:spPr>
      </p:sp>
      <p:sp>
        <p:nvSpPr>
          <p:cNvPr id="9" name="Text 7"/>
          <p:cNvSpPr/>
          <p:nvPr/>
        </p:nvSpPr>
        <p:spPr>
          <a:xfrm>
            <a:off x="4437646" y="1389360"/>
            <a:ext cx="3316304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Reduce Errors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7646" y="1635423"/>
            <a:ext cx="3316304" cy="167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Minimize human mistakes in compilation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62800" y="1263848"/>
            <a:ext cx="3567420" cy="664170"/>
          </a:xfrm>
          <a:prstGeom prst="roundRect">
            <a:avLst>
              <a:gd name="adj" fmla="val 2835"/>
            </a:avLst>
          </a:prstGeom>
          <a:solidFill>
            <a:srgbClr val="3C3C3A"/>
          </a:solidFill>
          <a:ln/>
        </p:spPr>
      </p:sp>
      <p:sp>
        <p:nvSpPr>
          <p:cNvPr id="12" name="Text 10"/>
          <p:cNvSpPr/>
          <p:nvPr/>
        </p:nvSpPr>
        <p:spPr>
          <a:xfrm>
            <a:off x="8088309" y="1389360"/>
            <a:ext cx="3316403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Boost Efficiency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88309" y="1635423"/>
            <a:ext cx="3316403" cy="167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Improve overall development speed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36" y="2021780"/>
            <a:ext cx="9238424" cy="405259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76387" y="5056674"/>
            <a:ext cx="1396269" cy="25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Shell Script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276387" y="5377797"/>
            <a:ext cx="1396269" cy="332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Orchestrates build steps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12001" y="5056674"/>
            <a:ext cx="1396268" cy="25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Executable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712001" y="5377797"/>
            <a:ext cx="1396268" cy="332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Final runnable program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107469" y="2386016"/>
            <a:ext cx="1396269" cy="25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Source Files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107469" y="2707140"/>
            <a:ext cx="1396269" cy="332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Raw code and assets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25305" y="2386016"/>
            <a:ext cx="1396269" cy="25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Compilation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525305" y="2707140"/>
            <a:ext cx="1396269" cy="332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Translate code to objects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61475" y="6168132"/>
            <a:ext cx="11478330" cy="167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shell script orchestrates the entire build process, from source code preprocessing through final executable generation.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47874"/>
            <a:ext cx="1842446" cy="287139"/>
          </a:xfrm>
          <a:prstGeom prst="roundRect">
            <a:avLst>
              <a:gd name="adj" fmla="val 7899"/>
            </a:avLst>
          </a:prstGeom>
          <a:solidFill>
            <a:srgbClr val="27272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04528"/>
            <a:ext cx="22252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EXPECTED OUTCOMES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106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We Achieve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84735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54962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Faster Software Builds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958306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compilation reduces build time significantly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84735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77383" y="2549624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Reduced Development Time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977383" y="3253581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Developers focus on coding, not manual builds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484735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79042" y="254962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Improved Productivity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679042" y="2958306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Consistent and repeatable build processes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36442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4301331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Reliable Builds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275723" y="4710013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Eliminates human error in compilation steps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236442"/>
            <a:ext cx="378014" cy="3780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77383" y="4301331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Better Project Management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977383" y="5005288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Trackable and auditable build processes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350" y="598091"/>
            <a:ext cx="5476043" cy="4721523"/>
          </a:xfrm>
          <a:prstGeom prst="roundRect">
            <a:avLst>
              <a:gd name="adj" fmla="val 601"/>
            </a:avLst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14357" y="810716"/>
            <a:ext cx="164917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E1E1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7761" y="867370"/>
            <a:ext cx="20319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PROJECT BENEFITS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4357" y="117346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We Accomplished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1657747"/>
            <a:ext cx="509802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Streamlined development workflow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Enhanced code quality and consistency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Significant time and resource savings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810716"/>
            <a:ext cx="1329300" cy="287139"/>
          </a:xfrm>
          <a:prstGeom prst="roundRect">
            <a:avLst>
              <a:gd name="adj" fmla="val 7899"/>
            </a:avLst>
          </a:prstGeom>
          <a:solidFill>
            <a:srgbClr val="272725"/>
          </a:solidFill>
          <a:ln/>
        </p:spPr>
      </p:sp>
      <p:sp>
        <p:nvSpPr>
          <p:cNvPr id="8" name="Text 6"/>
          <p:cNvSpPr/>
          <p:nvPr/>
        </p:nvSpPr>
        <p:spPr>
          <a:xfrm>
            <a:off x="6446180" y="867370"/>
            <a:ext cx="171207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32776" y="117346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Enhancements Ahead</a:t>
            </a:r>
            <a:endParaRPr lang="en-US" sz="1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1687215"/>
            <a:ext cx="283461" cy="2834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47024" y="1681361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Dependency Management Integration</a:t>
            </a:r>
            <a:endParaRPr lang="en-US" sz="1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2638127"/>
            <a:ext cx="283461" cy="283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7024" y="2632273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CI/CD Pipeline Integration</a:t>
            </a:r>
            <a:endParaRPr lang="en-US" sz="1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3589040"/>
            <a:ext cx="283461" cy="2834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7024" y="3583186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Cross-Platform Support</a:t>
            </a:r>
            <a:endParaRPr lang="en-US" sz="1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4539952"/>
            <a:ext cx="283461" cy="283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7024" y="4534098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GUI-Based Automation Interface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143" y="5744865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Thank You</a:t>
            </a:r>
            <a:r>
              <a:rPr lang="en-US" sz="14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· KLH University · Operating System and System Programming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61475" y="5532239"/>
            <a:ext cx="25399" cy="727670"/>
          </a:xfrm>
          <a:prstGeom prst="roundRect">
            <a:avLst>
              <a:gd name="adj" fmla="val 50001"/>
            </a:avLst>
          </a:prstGeom>
          <a:solidFill>
            <a:srgbClr val="E1E1D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247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Tomorrow SemiBold</vt:lpstr>
      <vt:lpstr>Tomorrow</vt:lpstr>
      <vt:lpstr>Tomorrow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AKSHAY CHANDRA</cp:lastModifiedBy>
  <cp:revision>2</cp:revision>
  <dcterms:created xsi:type="dcterms:W3CDTF">2026-08-07T06:17:52Z</dcterms:created>
  <dcterms:modified xsi:type="dcterms:W3CDTF">2026-08-07T08:11:15Z</dcterms:modified>
</cp:coreProperties>
</file>