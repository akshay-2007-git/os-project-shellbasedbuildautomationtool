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Sora Light"/>
      <p:regular r:id="rId201314"/>
    </p:embeddedFont>
    <p:embeddedFont>
      <p:font typeface="Sora"/>
      <p:regular r:id="rId201315"/>
    </p:embeddedFont>
    <p:embeddedFont>
      <p:font typeface="Sora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247477"/>
            <a:ext cx="2127197" cy="1581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2943027"/>
            <a:ext cx="10927878" cy="772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Shell Based Build Automation Tool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1908" y="3829447"/>
            <a:ext cx="10927878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Subject: Operating System and System Programming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1908" y="4252615"/>
            <a:ext cx="5425840" cy="640854"/>
          </a:xfrm>
          <a:prstGeom prst="roundRect">
            <a:avLst>
              <a:gd name="adj" fmla="val 769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5532" y="4376241"/>
            <a:ext cx="5178593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Balaji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5532" y="4614962"/>
            <a:ext cx="517859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2510080046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33947" y="4252615"/>
            <a:ext cx="5425840" cy="640854"/>
          </a:xfrm>
          <a:prstGeom prst="roundRect">
            <a:avLst>
              <a:gd name="adj" fmla="val 769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57570" y="4376241"/>
            <a:ext cx="5178593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Manoj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57570" y="4614962"/>
            <a:ext cx="517859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2510080052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31908" y="4969669"/>
            <a:ext cx="5425840" cy="640854"/>
          </a:xfrm>
          <a:prstGeom prst="roundRect">
            <a:avLst>
              <a:gd name="adj" fmla="val 769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5532" y="5093295"/>
            <a:ext cx="5178593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Sai Charan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5532" y="5332016"/>
            <a:ext cx="517859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2510080053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33947" y="4969669"/>
            <a:ext cx="5425840" cy="640854"/>
          </a:xfrm>
          <a:prstGeom prst="roundRect">
            <a:avLst>
              <a:gd name="adj" fmla="val 769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57570" y="5093295"/>
            <a:ext cx="5178593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Akshay Chandra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57570" y="5332016"/>
            <a:ext cx="517859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2510080055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D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3" y="495300"/>
            <a:ext cx="4400440" cy="5867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3794" y="635695"/>
            <a:ext cx="6355993" cy="112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Project Outcome: Automated Build Process</a:t>
            </a:r>
            <a:endParaRPr lang="en-US" sz="3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3794" y="2008386"/>
            <a:ext cx="6355993" cy="12959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70487" y="2198886"/>
            <a:ext cx="5898804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Comprehensive Automation Framework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470487" y="2578695"/>
            <a:ext cx="5898804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Developed a robust shell-based automation framework for building and compiling projects end-to-end.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3794" y="3467298"/>
            <a:ext cx="6355993" cy="129599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70487" y="3657798"/>
            <a:ext cx="5898804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Streamlined Workflow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470487" y="4037608"/>
            <a:ext cx="5898804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Reduces manual intervention and human error by automating repetitive build steps consistently.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3794" y="4926211"/>
            <a:ext cx="6355993" cy="129599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70487" y="5116711"/>
            <a:ext cx="5898804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Multi-Language Support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5470487" y="5496520"/>
            <a:ext cx="5898804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Supports multiple programming languages and flexible build configurations out of the box.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638995"/>
            <a:ext cx="6948909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Project Outcome: Reduced Build Time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3007320"/>
            <a:ext cx="6948909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Optimized build pipeline execution with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parallel processing capabilities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Significant reduction in compilation and deployment time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Improved development cycle efficiency for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faster iteration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1908" y="4203402"/>
            <a:ext cx="6948909" cy="992783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383" y="4474170"/>
            <a:ext cx="225618" cy="1804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8475" y="4410869"/>
            <a:ext cx="618186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Faster builds mean faster innovation — more time coding, less time waiting.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687" y="1659731"/>
            <a:ext cx="3538350" cy="35384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2026-08-06T05:52:29Z</dcterms:created>
  <dcterms:modified xsi:type="dcterms:W3CDTF">2026-08-06T05:52:29Z</dcterms:modified>
</cp:coreProperties>
</file>